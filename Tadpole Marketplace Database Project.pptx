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1E86A1-ADED-463F-957C-340E80F9DDDE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C845EA5-22E7-446E-AB9D-77DC64BA7808}">
      <dgm:prSet/>
      <dgm:spPr/>
      <dgm:t>
        <a:bodyPr/>
        <a:lstStyle/>
        <a:p>
          <a:r>
            <a:rPr lang="en-US"/>
            <a:t>Support buyers and sellers </a:t>
          </a:r>
        </a:p>
      </dgm:t>
    </dgm:pt>
    <dgm:pt modelId="{1C5C97CE-40B4-40C5-9701-86A646372685}" type="parTrans" cxnId="{31C3442F-D60B-4C77-99EE-C7A0AADCB12D}">
      <dgm:prSet/>
      <dgm:spPr/>
      <dgm:t>
        <a:bodyPr/>
        <a:lstStyle/>
        <a:p>
          <a:endParaRPr lang="en-US"/>
        </a:p>
      </dgm:t>
    </dgm:pt>
    <dgm:pt modelId="{6FFE4D7A-A97E-4E25-AA92-8ACE92B255A9}" type="sibTrans" cxnId="{31C3442F-D60B-4C77-99EE-C7A0AADCB12D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8444DB8D-7A70-4DB3-B2CA-471312E473A1}">
      <dgm:prSet/>
      <dgm:spPr/>
      <dgm:t>
        <a:bodyPr/>
        <a:lstStyle/>
        <a:p>
          <a:r>
            <a:rPr lang="en-US"/>
            <a:t>Track products and inventory </a:t>
          </a:r>
        </a:p>
      </dgm:t>
    </dgm:pt>
    <dgm:pt modelId="{63B05F37-6BA7-4479-934A-B37AD34D8523}" type="parTrans" cxnId="{4AAC6E66-1FE6-4D2A-AFBF-005EF2063530}">
      <dgm:prSet/>
      <dgm:spPr/>
      <dgm:t>
        <a:bodyPr/>
        <a:lstStyle/>
        <a:p>
          <a:endParaRPr lang="en-US"/>
        </a:p>
      </dgm:t>
    </dgm:pt>
    <dgm:pt modelId="{DB2094BD-98CD-4152-AF18-E410BFFF74B1}" type="sibTrans" cxnId="{4AAC6E66-1FE6-4D2A-AFBF-005EF206353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23618D7-2D22-4DB8-86C8-C075595D20AB}">
      <dgm:prSet/>
      <dgm:spPr/>
      <dgm:t>
        <a:bodyPr/>
        <a:lstStyle/>
        <a:p>
          <a:r>
            <a:rPr lang="en-US"/>
            <a:t>Manage orders and payments </a:t>
          </a:r>
        </a:p>
      </dgm:t>
    </dgm:pt>
    <dgm:pt modelId="{7375F629-3D0E-4101-B671-6D8FE6B87383}" type="parTrans" cxnId="{94D94A86-7764-4B68-AE64-CE528A54721C}">
      <dgm:prSet/>
      <dgm:spPr/>
      <dgm:t>
        <a:bodyPr/>
        <a:lstStyle/>
        <a:p>
          <a:endParaRPr lang="en-US"/>
        </a:p>
      </dgm:t>
    </dgm:pt>
    <dgm:pt modelId="{6AE047CE-CD53-48BA-B9BD-4A4AB66EC22A}" type="sibTrans" cxnId="{94D94A86-7764-4B68-AE64-CE528A54721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A36610C7-0D13-4BAD-BFF1-2A769C97828E}">
      <dgm:prSet/>
      <dgm:spPr/>
      <dgm:t>
        <a:bodyPr/>
        <a:lstStyle/>
        <a:p>
          <a:r>
            <a:rPr lang="en-US"/>
            <a:t>Store product reviews</a:t>
          </a:r>
        </a:p>
      </dgm:t>
    </dgm:pt>
    <dgm:pt modelId="{41FAA60E-7820-404E-9686-825E6037A8B3}" type="parTrans" cxnId="{1C678939-1333-4E91-A333-7DBD37F4BDB8}">
      <dgm:prSet/>
      <dgm:spPr/>
      <dgm:t>
        <a:bodyPr/>
        <a:lstStyle/>
        <a:p>
          <a:endParaRPr lang="en-US"/>
        </a:p>
      </dgm:t>
    </dgm:pt>
    <dgm:pt modelId="{145206F6-1499-4F81-8089-CE217A20D192}" type="sibTrans" cxnId="{1C678939-1333-4E91-A333-7DBD37F4BDB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3AB128B2-0149-4401-BA66-EC3FBFDBEA97}" type="pres">
      <dgm:prSet presAssocID="{421E86A1-ADED-463F-957C-340E80F9DDDE}" presName="Name0" presStyleCnt="0">
        <dgm:presLayoutVars>
          <dgm:animLvl val="lvl"/>
          <dgm:resizeHandles val="exact"/>
        </dgm:presLayoutVars>
      </dgm:prSet>
      <dgm:spPr/>
    </dgm:pt>
    <dgm:pt modelId="{DA437667-307E-418B-A2C7-8E85734446AF}" type="pres">
      <dgm:prSet presAssocID="{3C845EA5-22E7-446E-AB9D-77DC64BA7808}" presName="compositeNode" presStyleCnt="0">
        <dgm:presLayoutVars>
          <dgm:bulletEnabled val="1"/>
        </dgm:presLayoutVars>
      </dgm:prSet>
      <dgm:spPr/>
    </dgm:pt>
    <dgm:pt modelId="{DEAABD66-16D5-4581-8335-9245077BF7E9}" type="pres">
      <dgm:prSet presAssocID="{3C845EA5-22E7-446E-AB9D-77DC64BA7808}" presName="bgRect" presStyleLbl="alignNode1" presStyleIdx="0" presStyleCnt="4"/>
      <dgm:spPr/>
    </dgm:pt>
    <dgm:pt modelId="{CADB4D89-0989-404D-BD94-996EA8D18F5F}" type="pres">
      <dgm:prSet presAssocID="{6FFE4D7A-A97E-4E25-AA92-8ACE92B255A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83027F2D-9A5E-4851-8E79-65E3DA5C296A}" type="pres">
      <dgm:prSet presAssocID="{3C845EA5-22E7-446E-AB9D-77DC64BA7808}" presName="nodeRect" presStyleLbl="alignNode1" presStyleIdx="0" presStyleCnt="4">
        <dgm:presLayoutVars>
          <dgm:bulletEnabled val="1"/>
        </dgm:presLayoutVars>
      </dgm:prSet>
      <dgm:spPr/>
    </dgm:pt>
    <dgm:pt modelId="{32E8AF5D-52F5-4471-9C8A-C022A298A5B5}" type="pres">
      <dgm:prSet presAssocID="{6FFE4D7A-A97E-4E25-AA92-8ACE92B255A9}" presName="sibTrans" presStyleCnt="0"/>
      <dgm:spPr/>
    </dgm:pt>
    <dgm:pt modelId="{A84C8EBC-C00D-4310-B6B6-2200D60F3464}" type="pres">
      <dgm:prSet presAssocID="{8444DB8D-7A70-4DB3-B2CA-471312E473A1}" presName="compositeNode" presStyleCnt="0">
        <dgm:presLayoutVars>
          <dgm:bulletEnabled val="1"/>
        </dgm:presLayoutVars>
      </dgm:prSet>
      <dgm:spPr/>
    </dgm:pt>
    <dgm:pt modelId="{311BEEBA-450D-479E-A058-BFED79DD6452}" type="pres">
      <dgm:prSet presAssocID="{8444DB8D-7A70-4DB3-B2CA-471312E473A1}" presName="bgRect" presStyleLbl="alignNode1" presStyleIdx="1" presStyleCnt="4"/>
      <dgm:spPr/>
    </dgm:pt>
    <dgm:pt modelId="{AA1151CA-BA61-4E2A-BB55-D3827810D569}" type="pres">
      <dgm:prSet presAssocID="{DB2094BD-98CD-4152-AF18-E410BFFF74B1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D82E2B3E-38C2-4A72-ACDF-CAAE47590A22}" type="pres">
      <dgm:prSet presAssocID="{8444DB8D-7A70-4DB3-B2CA-471312E473A1}" presName="nodeRect" presStyleLbl="alignNode1" presStyleIdx="1" presStyleCnt="4">
        <dgm:presLayoutVars>
          <dgm:bulletEnabled val="1"/>
        </dgm:presLayoutVars>
      </dgm:prSet>
      <dgm:spPr/>
    </dgm:pt>
    <dgm:pt modelId="{5B5F640A-6408-4EDB-995D-46525758A4F4}" type="pres">
      <dgm:prSet presAssocID="{DB2094BD-98CD-4152-AF18-E410BFFF74B1}" presName="sibTrans" presStyleCnt="0"/>
      <dgm:spPr/>
    </dgm:pt>
    <dgm:pt modelId="{F4240478-92BD-4C27-9A27-563128B02B95}" type="pres">
      <dgm:prSet presAssocID="{823618D7-2D22-4DB8-86C8-C075595D20AB}" presName="compositeNode" presStyleCnt="0">
        <dgm:presLayoutVars>
          <dgm:bulletEnabled val="1"/>
        </dgm:presLayoutVars>
      </dgm:prSet>
      <dgm:spPr/>
    </dgm:pt>
    <dgm:pt modelId="{9986A3F4-C043-4D69-A6CB-EC015B7ABA06}" type="pres">
      <dgm:prSet presAssocID="{823618D7-2D22-4DB8-86C8-C075595D20AB}" presName="bgRect" presStyleLbl="alignNode1" presStyleIdx="2" presStyleCnt="4"/>
      <dgm:spPr/>
    </dgm:pt>
    <dgm:pt modelId="{2ED7885F-6AEB-4442-BA82-530C964C2855}" type="pres">
      <dgm:prSet presAssocID="{6AE047CE-CD53-48BA-B9BD-4A4AB66EC22A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8BFB1AAB-3A50-4FF6-A2B8-C30B48BD17A5}" type="pres">
      <dgm:prSet presAssocID="{823618D7-2D22-4DB8-86C8-C075595D20AB}" presName="nodeRect" presStyleLbl="alignNode1" presStyleIdx="2" presStyleCnt="4">
        <dgm:presLayoutVars>
          <dgm:bulletEnabled val="1"/>
        </dgm:presLayoutVars>
      </dgm:prSet>
      <dgm:spPr/>
    </dgm:pt>
    <dgm:pt modelId="{8932F01E-843C-4736-A9C0-B32936BE9306}" type="pres">
      <dgm:prSet presAssocID="{6AE047CE-CD53-48BA-B9BD-4A4AB66EC22A}" presName="sibTrans" presStyleCnt="0"/>
      <dgm:spPr/>
    </dgm:pt>
    <dgm:pt modelId="{F3697DCE-9275-4426-8ACE-CDC5CD9A6F40}" type="pres">
      <dgm:prSet presAssocID="{A36610C7-0D13-4BAD-BFF1-2A769C97828E}" presName="compositeNode" presStyleCnt="0">
        <dgm:presLayoutVars>
          <dgm:bulletEnabled val="1"/>
        </dgm:presLayoutVars>
      </dgm:prSet>
      <dgm:spPr/>
    </dgm:pt>
    <dgm:pt modelId="{E041C355-4B87-45F0-A467-51792E858761}" type="pres">
      <dgm:prSet presAssocID="{A36610C7-0D13-4BAD-BFF1-2A769C97828E}" presName="bgRect" presStyleLbl="alignNode1" presStyleIdx="3" presStyleCnt="4"/>
      <dgm:spPr/>
    </dgm:pt>
    <dgm:pt modelId="{B7A2C90A-7D86-4E2F-954C-CAC78B8A37C7}" type="pres">
      <dgm:prSet presAssocID="{145206F6-1499-4F81-8089-CE217A20D192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5B8DD5DB-E896-45E4-9EC1-8A4E2C0D80AE}" type="pres">
      <dgm:prSet presAssocID="{A36610C7-0D13-4BAD-BFF1-2A769C97828E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51CFCE02-67C8-45ED-B250-56381A5B8D2A}" type="presOf" srcId="{A36610C7-0D13-4BAD-BFF1-2A769C97828E}" destId="{E041C355-4B87-45F0-A467-51792E858761}" srcOrd="0" destOrd="0" presId="urn:microsoft.com/office/officeart/2016/7/layout/LinearBlockProcessNumbered"/>
    <dgm:cxn modelId="{9D6BC606-F1F1-405F-810C-11B89CD86456}" type="presOf" srcId="{145206F6-1499-4F81-8089-CE217A20D192}" destId="{B7A2C90A-7D86-4E2F-954C-CAC78B8A37C7}" srcOrd="0" destOrd="0" presId="urn:microsoft.com/office/officeart/2016/7/layout/LinearBlockProcessNumbered"/>
    <dgm:cxn modelId="{11BB1F2C-3D02-4F62-9820-056F6A35321C}" type="presOf" srcId="{421E86A1-ADED-463F-957C-340E80F9DDDE}" destId="{3AB128B2-0149-4401-BA66-EC3FBFDBEA97}" srcOrd="0" destOrd="0" presId="urn:microsoft.com/office/officeart/2016/7/layout/LinearBlockProcessNumbered"/>
    <dgm:cxn modelId="{31C3442F-D60B-4C77-99EE-C7A0AADCB12D}" srcId="{421E86A1-ADED-463F-957C-340E80F9DDDE}" destId="{3C845EA5-22E7-446E-AB9D-77DC64BA7808}" srcOrd="0" destOrd="0" parTransId="{1C5C97CE-40B4-40C5-9701-86A646372685}" sibTransId="{6FFE4D7A-A97E-4E25-AA92-8ACE92B255A9}"/>
    <dgm:cxn modelId="{7DC15B37-42A7-498D-9EB7-A1D679256D72}" type="presOf" srcId="{3C845EA5-22E7-446E-AB9D-77DC64BA7808}" destId="{DEAABD66-16D5-4581-8335-9245077BF7E9}" srcOrd="0" destOrd="0" presId="urn:microsoft.com/office/officeart/2016/7/layout/LinearBlockProcessNumbered"/>
    <dgm:cxn modelId="{1C678939-1333-4E91-A333-7DBD37F4BDB8}" srcId="{421E86A1-ADED-463F-957C-340E80F9DDDE}" destId="{A36610C7-0D13-4BAD-BFF1-2A769C97828E}" srcOrd="3" destOrd="0" parTransId="{41FAA60E-7820-404E-9686-825E6037A8B3}" sibTransId="{145206F6-1499-4F81-8089-CE217A20D192}"/>
    <dgm:cxn modelId="{4AAC6E66-1FE6-4D2A-AFBF-005EF2063530}" srcId="{421E86A1-ADED-463F-957C-340E80F9DDDE}" destId="{8444DB8D-7A70-4DB3-B2CA-471312E473A1}" srcOrd="1" destOrd="0" parTransId="{63B05F37-6BA7-4479-934A-B37AD34D8523}" sibTransId="{DB2094BD-98CD-4152-AF18-E410BFFF74B1}"/>
    <dgm:cxn modelId="{E8F72A47-B2DA-4435-8C52-53C60495F7F0}" type="presOf" srcId="{8444DB8D-7A70-4DB3-B2CA-471312E473A1}" destId="{D82E2B3E-38C2-4A72-ACDF-CAAE47590A22}" srcOrd="1" destOrd="0" presId="urn:microsoft.com/office/officeart/2016/7/layout/LinearBlockProcessNumbered"/>
    <dgm:cxn modelId="{D1B57A48-9444-4E07-B001-0764CD18F5BB}" type="presOf" srcId="{3C845EA5-22E7-446E-AB9D-77DC64BA7808}" destId="{83027F2D-9A5E-4851-8E79-65E3DA5C296A}" srcOrd="1" destOrd="0" presId="urn:microsoft.com/office/officeart/2016/7/layout/LinearBlockProcessNumbered"/>
    <dgm:cxn modelId="{FD513474-B06E-4F86-B5C0-D15696578452}" type="presOf" srcId="{823618D7-2D22-4DB8-86C8-C075595D20AB}" destId="{9986A3F4-C043-4D69-A6CB-EC015B7ABA06}" srcOrd="0" destOrd="0" presId="urn:microsoft.com/office/officeart/2016/7/layout/LinearBlockProcessNumbered"/>
    <dgm:cxn modelId="{575C7B80-6BD7-4DD7-B740-D3F27D594232}" type="presOf" srcId="{A36610C7-0D13-4BAD-BFF1-2A769C97828E}" destId="{5B8DD5DB-E896-45E4-9EC1-8A4E2C0D80AE}" srcOrd="1" destOrd="0" presId="urn:microsoft.com/office/officeart/2016/7/layout/LinearBlockProcessNumbered"/>
    <dgm:cxn modelId="{94D94A86-7764-4B68-AE64-CE528A54721C}" srcId="{421E86A1-ADED-463F-957C-340E80F9DDDE}" destId="{823618D7-2D22-4DB8-86C8-C075595D20AB}" srcOrd="2" destOrd="0" parTransId="{7375F629-3D0E-4101-B671-6D8FE6B87383}" sibTransId="{6AE047CE-CD53-48BA-B9BD-4A4AB66EC22A}"/>
    <dgm:cxn modelId="{054A8492-8AAB-47DA-94A7-54402A4BF7C4}" type="presOf" srcId="{8444DB8D-7A70-4DB3-B2CA-471312E473A1}" destId="{311BEEBA-450D-479E-A058-BFED79DD6452}" srcOrd="0" destOrd="0" presId="urn:microsoft.com/office/officeart/2016/7/layout/LinearBlockProcessNumbered"/>
    <dgm:cxn modelId="{C446FB93-04B3-4B27-9551-8F37F2B2BF64}" type="presOf" srcId="{823618D7-2D22-4DB8-86C8-C075595D20AB}" destId="{8BFB1AAB-3A50-4FF6-A2B8-C30B48BD17A5}" srcOrd="1" destOrd="0" presId="urn:microsoft.com/office/officeart/2016/7/layout/LinearBlockProcessNumbered"/>
    <dgm:cxn modelId="{3B0D81A3-1590-4721-B0F0-ADFE14B16E8E}" type="presOf" srcId="{6AE047CE-CD53-48BA-B9BD-4A4AB66EC22A}" destId="{2ED7885F-6AEB-4442-BA82-530C964C2855}" srcOrd="0" destOrd="0" presId="urn:microsoft.com/office/officeart/2016/7/layout/LinearBlockProcessNumbered"/>
    <dgm:cxn modelId="{03A419B7-F402-4ADF-8255-5B15C8889E5A}" type="presOf" srcId="{6FFE4D7A-A97E-4E25-AA92-8ACE92B255A9}" destId="{CADB4D89-0989-404D-BD94-996EA8D18F5F}" srcOrd="0" destOrd="0" presId="urn:microsoft.com/office/officeart/2016/7/layout/LinearBlockProcessNumbered"/>
    <dgm:cxn modelId="{6EC208C1-9A14-445D-9C8F-91F28C8BA906}" type="presOf" srcId="{DB2094BD-98CD-4152-AF18-E410BFFF74B1}" destId="{AA1151CA-BA61-4E2A-BB55-D3827810D569}" srcOrd="0" destOrd="0" presId="urn:microsoft.com/office/officeart/2016/7/layout/LinearBlockProcessNumbered"/>
    <dgm:cxn modelId="{777B5964-D645-40AF-A3FB-617BAE88FC7A}" type="presParOf" srcId="{3AB128B2-0149-4401-BA66-EC3FBFDBEA97}" destId="{DA437667-307E-418B-A2C7-8E85734446AF}" srcOrd="0" destOrd="0" presId="urn:microsoft.com/office/officeart/2016/7/layout/LinearBlockProcessNumbered"/>
    <dgm:cxn modelId="{5469CC70-D14E-4A4F-ACF3-315D6D9F3CA8}" type="presParOf" srcId="{DA437667-307E-418B-A2C7-8E85734446AF}" destId="{DEAABD66-16D5-4581-8335-9245077BF7E9}" srcOrd="0" destOrd="0" presId="urn:microsoft.com/office/officeart/2016/7/layout/LinearBlockProcessNumbered"/>
    <dgm:cxn modelId="{C7E913C4-FC24-421B-9865-7AC3AAF59AF4}" type="presParOf" srcId="{DA437667-307E-418B-A2C7-8E85734446AF}" destId="{CADB4D89-0989-404D-BD94-996EA8D18F5F}" srcOrd="1" destOrd="0" presId="urn:microsoft.com/office/officeart/2016/7/layout/LinearBlockProcessNumbered"/>
    <dgm:cxn modelId="{351F489C-8176-44B4-8C82-5352BD66B0AA}" type="presParOf" srcId="{DA437667-307E-418B-A2C7-8E85734446AF}" destId="{83027F2D-9A5E-4851-8E79-65E3DA5C296A}" srcOrd="2" destOrd="0" presId="urn:microsoft.com/office/officeart/2016/7/layout/LinearBlockProcessNumbered"/>
    <dgm:cxn modelId="{5891B81A-D557-42CE-82B7-2C6B97C6C5E2}" type="presParOf" srcId="{3AB128B2-0149-4401-BA66-EC3FBFDBEA97}" destId="{32E8AF5D-52F5-4471-9C8A-C022A298A5B5}" srcOrd="1" destOrd="0" presId="urn:microsoft.com/office/officeart/2016/7/layout/LinearBlockProcessNumbered"/>
    <dgm:cxn modelId="{C9A9AA44-C70B-4866-B525-90E0849A998E}" type="presParOf" srcId="{3AB128B2-0149-4401-BA66-EC3FBFDBEA97}" destId="{A84C8EBC-C00D-4310-B6B6-2200D60F3464}" srcOrd="2" destOrd="0" presId="urn:microsoft.com/office/officeart/2016/7/layout/LinearBlockProcessNumbered"/>
    <dgm:cxn modelId="{B617118D-3C58-4985-8436-DDF14282106E}" type="presParOf" srcId="{A84C8EBC-C00D-4310-B6B6-2200D60F3464}" destId="{311BEEBA-450D-479E-A058-BFED79DD6452}" srcOrd="0" destOrd="0" presId="urn:microsoft.com/office/officeart/2016/7/layout/LinearBlockProcessNumbered"/>
    <dgm:cxn modelId="{9671F9B8-1049-400E-B5E7-E8EB0C0EB7E5}" type="presParOf" srcId="{A84C8EBC-C00D-4310-B6B6-2200D60F3464}" destId="{AA1151CA-BA61-4E2A-BB55-D3827810D569}" srcOrd="1" destOrd="0" presId="urn:microsoft.com/office/officeart/2016/7/layout/LinearBlockProcessNumbered"/>
    <dgm:cxn modelId="{C1EFBEE9-4E91-4154-94D0-56F2E5194A0F}" type="presParOf" srcId="{A84C8EBC-C00D-4310-B6B6-2200D60F3464}" destId="{D82E2B3E-38C2-4A72-ACDF-CAAE47590A22}" srcOrd="2" destOrd="0" presId="urn:microsoft.com/office/officeart/2016/7/layout/LinearBlockProcessNumbered"/>
    <dgm:cxn modelId="{92A26190-C52B-4A18-905E-477F1E356A7A}" type="presParOf" srcId="{3AB128B2-0149-4401-BA66-EC3FBFDBEA97}" destId="{5B5F640A-6408-4EDB-995D-46525758A4F4}" srcOrd="3" destOrd="0" presId="urn:microsoft.com/office/officeart/2016/7/layout/LinearBlockProcessNumbered"/>
    <dgm:cxn modelId="{3E4AE746-49AE-4279-9714-1EB9D5227CD5}" type="presParOf" srcId="{3AB128B2-0149-4401-BA66-EC3FBFDBEA97}" destId="{F4240478-92BD-4C27-9A27-563128B02B95}" srcOrd="4" destOrd="0" presId="urn:microsoft.com/office/officeart/2016/7/layout/LinearBlockProcessNumbered"/>
    <dgm:cxn modelId="{4E163DFA-B8BD-4B84-84E7-38792210E083}" type="presParOf" srcId="{F4240478-92BD-4C27-9A27-563128B02B95}" destId="{9986A3F4-C043-4D69-A6CB-EC015B7ABA06}" srcOrd="0" destOrd="0" presId="urn:microsoft.com/office/officeart/2016/7/layout/LinearBlockProcessNumbered"/>
    <dgm:cxn modelId="{B449288D-34AD-4EF8-8AE4-93872C2553C5}" type="presParOf" srcId="{F4240478-92BD-4C27-9A27-563128B02B95}" destId="{2ED7885F-6AEB-4442-BA82-530C964C2855}" srcOrd="1" destOrd="0" presId="urn:microsoft.com/office/officeart/2016/7/layout/LinearBlockProcessNumbered"/>
    <dgm:cxn modelId="{FE38062A-66B5-4A78-B425-EE6F853E9F94}" type="presParOf" srcId="{F4240478-92BD-4C27-9A27-563128B02B95}" destId="{8BFB1AAB-3A50-4FF6-A2B8-C30B48BD17A5}" srcOrd="2" destOrd="0" presId="urn:microsoft.com/office/officeart/2016/7/layout/LinearBlockProcessNumbered"/>
    <dgm:cxn modelId="{3334DC1A-57B9-481E-AE7A-5818356116BA}" type="presParOf" srcId="{3AB128B2-0149-4401-BA66-EC3FBFDBEA97}" destId="{8932F01E-843C-4736-A9C0-B32936BE9306}" srcOrd="5" destOrd="0" presId="urn:microsoft.com/office/officeart/2016/7/layout/LinearBlockProcessNumbered"/>
    <dgm:cxn modelId="{77F0B7B8-AE28-44A7-9861-A708EA08561B}" type="presParOf" srcId="{3AB128B2-0149-4401-BA66-EC3FBFDBEA97}" destId="{F3697DCE-9275-4426-8ACE-CDC5CD9A6F40}" srcOrd="6" destOrd="0" presId="urn:microsoft.com/office/officeart/2016/7/layout/LinearBlockProcessNumbered"/>
    <dgm:cxn modelId="{BAFECCDC-FDCF-4544-BD95-B242866B6092}" type="presParOf" srcId="{F3697DCE-9275-4426-8ACE-CDC5CD9A6F40}" destId="{E041C355-4B87-45F0-A467-51792E858761}" srcOrd="0" destOrd="0" presId="urn:microsoft.com/office/officeart/2016/7/layout/LinearBlockProcessNumbered"/>
    <dgm:cxn modelId="{4358F50D-73FE-4E65-A3BA-7AFCF9DF0284}" type="presParOf" srcId="{F3697DCE-9275-4426-8ACE-CDC5CD9A6F40}" destId="{B7A2C90A-7D86-4E2F-954C-CAC78B8A37C7}" srcOrd="1" destOrd="0" presId="urn:microsoft.com/office/officeart/2016/7/layout/LinearBlockProcessNumbered"/>
    <dgm:cxn modelId="{62226A4C-2904-42B0-A461-8E1E38F01865}" type="presParOf" srcId="{F3697DCE-9275-4426-8ACE-CDC5CD9A6F40}" destId="{5B8DD5DB-E896-45E4-9EC1-8A4E2C0D80A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65DDA5-8CB0-449C-BAEF-75E21B7E723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C5E7B9B-DB7D-40F4-96C8-CF66614AE7A4}">
      <dgm:prSet/>
      <dgm:spPr/>
      <dgm:t>
        <a:bodyPr/>
        <a:lstStyle/>
        <a:p>
          <a:pPr>
            <a:defRPr cap="all"/>
          </a:pPr>
          <a:r>
            <a:rPr lang="en-US"/>
            <a:t>8 business visualizations </a:t>
          </a:r>
        </a:p>
      </dgm:t>
    </dgm:pt>
    <dgm:pt modelId="{F45108C4-E4B3-4C7D-BA36-611FA62CE9D6}" type="parTrans" cxnId="{259D6E07-BA14-4639-A9DD-8C50ACE93946}">
      <dgm:prSet/>
      <dgm:spPr/>
      <dgm:t>
        <a:bodyPr/>
        <a:lstStyle/>
        <a:p>
          <a:endParaRPr lang="en-US"/>
        </a:p>
      </dgm:t>
    </dgm:pt>
    <dgm:pt modelId="{01105051-136A-4F46-B1BD-E2847903E532}" type="sibTrans" cxnId="{259D6E07-BA14-4639-A9DD-8C50ACE93946}">
      <dgm:prSet/>
      <dgm:spPr/>
      <dgm:t>
        <a:bodyPr/>
        <a:lstStyle/>
        <a:p>
          <a:endParaRPr lang="en-US"/>
        </a:p>
      </dgm:t>
    </dgm:pt>
    <dgm:pt modelId="{14A9698C-03CC-4156-B82F-6EFAC1F31CA2}">
      <dgm:prSet/>
      <dgm:spPr/>
      <dgm:t>
        <a:bodyPr/>
        <a:lstStyle/>
        <a:p>
          <a:pPr>
            <a:defRPr cap="all"/>
          </a:pPr>
          <a:r>
            <a:rPr lang="en-US"/>
            <a:t>Inventory monitoring </a:t>
          </a:r>
        </a:p>
      </dgm:t>
    </dgm:pt>
    <dgm:pt modelId="{0F22ED44-DF1E-485A-9944-8ED3A7DF390F}" type="parTrans" cxnId="{0D259526-44B5-4868-94CF-61B2F31C0185}">
      <dgm:prSet/>
      <dgm:spPr/>
      <dgm:t>
        <a:bodyPr/>
        <a:lstStyle/>
        <a:p>
          <a:endParaRPr lang="en-US"/>
        </a:p>
      </dgm:t>
    </dgm:pt>
    <dgm:pt modelId="{62B3C719-2BC2-4C09-A13C-BBF48018A355}" type="sibTrans" cxnId="{0D259526-44B5-4868-94CF-61B2F31C0185}">
      <dgm:prSet/>
      <dgm:spPr/>
      <dgm:t>
        <a:bodyPr/>
        <a:lstStyle/>
        <a:p>
          <a:endParaRPr lang="en-US"/>
        </a:p>
      </dgm:t>
    </dgm:pt>
    <dgm:pt modelId="{92C91585-0572-49E3-8386-99FDB2E8FD9B}">
      <dgm:prSet/>
      <dgm:spPr/>
      <dgm:t>
        <a:bodyPr/>
        <a:lstStyle/>
        <a:p>
          <a:pPr>
            <a:defRPr cap="all"/>
          </a:pPr>
          <a:r>
            <a:rPr lang="en-US"/>
            <a:t>Sales and category performance </a:t>
          </a:r>
        </a:p>
      </dgm:t>
    </dgm:pt>
    <dgm:pt modelId="{1C9A6AB4-9D2F-4F61-A83F-DAA659A305E2}" type="parTrans" cxnId="{DDEC54D7-FF85-4E22-A50A-5176AE1D1B3C}">
      <dgm:prSet/>
      <dgm:spPr/>
      <dgm:t>
        <a:bodyPr/>
        <a:lstStyle/>
        <a:p>
          <a:endParaRPr lang="en-US"/>
        </a:p>
      </dgm:t>
    </dgm:pt>
    <dgm:pt modelId="{835F356E-0C5F-4D77-B633-01C96747CBB2}" type="sibTrans" cxnId="{DDEC54D7-FF85-4E22-A50A-5176AE1D1B3C}">
      <dgm:prSet/>
      <dgm:spPr/>
      <dgm:t>
        <a:bodyPr/>
        <a:lstStyle/>
        <a:p>
          <a:endParaRPr lang="en-US"/>
        </a:p>
      </dgm:t>
    </dgm:pt>
    <dgm:pt modelId="{AC9D68C3-909C-4251-82E0-1CF32154AC58}">
      <dgm:prSet/>
      <dgm:spPr/>
      <dgm:t>
        <a:bodyPr/>
        <a:lstStyle/>
        <a:p>
          <a:pPr>
            <a:defRPr cap="all"/>
          </a:pPr>
          <a:r>
            <a:rPr lang="en-US"/>
            <a:t>Customer behavior insights</a:t>
          </a:r>
        </a:p>
      </dgm:t>
    </dgm:pt>
    <dgm:pt modelId="{8841BC82-ADE3-482F-8BA4-A35DD9A067E5}" type="parTrans" cxnId="{8F264027-C3A4-413B-BA6A-2E49A2236A02}">
      <dgm:prSet/>
      <dgm:spPr/>
      <dgm:t>
        <a:bodyPr/>
        <a:lstStyle/>
        <a:p>
          <a:endParaRPr lang="en-US"/>
        </a:p>
      </dgm:t>
    </dgm:pt>
    <dgm:pt modelId="{2D1B96C2-0392-4F39-A493-E6AC54E1B429}" type="sibTrans" cxnId="{8F264027-C3A4-413B-BA6A-2E49A2236A02}">
      <dgm:prSet/>
      <dgm:spPr/>
      <dgm:t>
        <a:bodyPr/>
        <a:lstStyle/>
        <a:p>
          <a:endParaRPr lang="en-US"/>
        </a:p>
      </dgm:t>
    </dgm:pt>
    <dgm:pt modelId="{0C6C2D10-58F2-4EB6-AE25-E36863DB18C3}" type="pres">
      <dgm:prSet presAssocID="{E165DDA5-8CB0-449C-BAEF-75E21B7E7234}" presName="root" presStyleCnt="0">
        <dgm:presLayoutVars>
          <dgm:dir/>
          <dgm:resizeHandles val="exact"/>
        </dgm:presLayoutVars>
      </dgm:prSet>
      <dgm:spPr/>
    </dgm:pt>
    <dgm:pt modelId="{165F4FAC-7250-470D-8379-DC7EC534FA1F}" type="pres">
      <dgm:prSet presAssocID="{2C5E7B9B-DB7D-40F4-96C8-CF66614AE7A4}" presName="compNode" presStyleCnt="0"/>
      <dgm:spPr/>
    </dgm:pt>
    <dgm:pt modelId="{91513263-7699-427A-88C0-19C47EED0891}" type="pres">
      <dgm:prSet presAssocID="{2C5E7B9B-DB7D-40F4-96C8-CF66614AE7A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819C49B-EB8D-47BE-8F60-E7CB80447564}" type="pres">
      <dgm:prSet presAssocID="{2C5E7B9B-DB7D-40F4-96C8-CF66614AE7A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A184449-FC3A-428A-A68A-C772B7BDF6CF}" type="pres">
      <dgm:prSet presAssocID="{2C5E7B9B-DB7D-40F4-96C8-CF66614AE7A4}" presName="spaceRect" presStyleCnt="0"/>
      <dgm:spPr/>
    </dgm:pt>
    <dgm:pt modelId="{F2E29F12-FC0F-4FA7-B6D3-C47A488A88C3}" type="pres">
      <dgm:prSet presAssocID="{2C5E7B9B-DB7D-40F4-96C8-CF66614AE7A4}" presName="textRect" presStyleLbl="revTx" presStyleIdx="0" presStyleCnt="4">
        <dgm:presLayoutVars>
          <dgm:chMax val="1"/>
          <dgm:chPref val="1"/>
        </dgm:presLayoutVars>
      </dgm:prSet>
      <dgm:spPr/>
    </dgm:pt>
    <dgm:pt modelId="{F7614270-0388-4E38-A194-65216D7E0974}" type="pres">
      <dgm:prSet presAssocID="{01105051-136A-4F46-B1BD-E2847903E532}" presName="sibTrans" presStyleCnt="0"/>
      <dgm:spPr/>
    </dgm:pt>
    <dgm:pt modelId="{392763E8-CED2-4F85-83C9-413E55AC6CFF}" type="pres">
      <dgm:prSet presAssocID="{14A9698C-03CC-4156-B82F-6EFAC1F31CA2}" presName="compNode" presStyleCnt="0"/>
      <dgm:spPr/>
    </dgm:pt>
    <dgm:pt modelId="{99B5BC5F-E27F-4D23-AB70-F6D6B2D880E1}" type="pres">
      <dgm:prSet presAssocID="{14A9698C-03CC-4156-B82F-6EFAC1F31CA2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D0E90D2-A663-4055-AB64-2CEC42A28518}" type="pres">
      <dgm:prSet presAssocID="{14A9698C-03CC-4156-B82F-6EFAC1F31CA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74ABF50D-B751-4345-A997-DB202D569D2F}" type="pres">
      <dgm:prSet presAssocID="{14A9698C-03CC-4156-B82F-6EFAC1F31CA2}" presName="spaceRect" presStyleCnt="0"/>
      <dgm:spPr/>
    </dgm:pt>
    <dgm:pt modelId="{D69DA1D9-6EB6-4871-AB8E-881CCD06B0CB}" type="pres">
      <dgm:prSet presAssocID="{14A9698C-03CC-4156-B82F-6EFAC1F31CA2}" presName="textRect" presStyleLbl="revTx" presStyleIdx="1" presStyleCnt="4">
        <dgm:presLayoutVars>
          <dgm:chMax val="1"/>
          <dgm:chPref val="1"/>
        </dgm:presLayoutVars>
      </dgm:prSet>
      <dgm:spPr/>
    </dgm:pt>
    <dgm:pt modelId="{7F2C0092-F456-428E-9DA7-2E971CF4B270}" type="pres">
      <dgm:prSet presAssocID="{62B3C719-2BC2-4C09-A13C-BBF48018A355}" presName="sibTrans" presStyleCnt="0"/>
      <dgm:spPr/>
    </dgm:pt>
    <dgm:pt modelId="{AA353B86-F15F-4DBD-82BF-B485986ABE37}" type="pres">
      <dgm:prSet presAssocID="{92C91585-0572-49E3-8386-99FDB2E8FD9B}" presName="compNode" presStyleCnt="0"/>
      <dgm:spPr/>
    </dgm:pt>
    <dgm:pt modelId="{BB96EAB1-C73F-4541-900F-E2468C9D56D7}" type="pres">
      <dgm:prSet presAssocID="{92C91585-0572-49E3-8386-99FDB2E8FD9B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659C83E-0489-418E-A2EA-551D60959091}" type="pres">
      <dgm:prSet presAssocID="{92C91585-0572-49E3-8386-99FDB2E8FD9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6174CC2-33DD-4E40-B117-3D5130539741}" type="pres">
      <dgm:prSet presAssocID="{92C91585-0572-49E3-8386-99FDB2E8FD9B}" presName="spaceRect" presStyleCnt="0"/>
      <dgm:spPr/>
    </dgm:pt>
    <dgm:pt modelId="{2382CDA2-BC3F-47AC-B5DF-A638A831334C}" type="pres">
      <dgm:prSet presAssocID="{92C91585-0572-49E3-8386-99FDB2E8FD9B}" presName="textRect" presStyleLbl="revTx" presStyleIdx="2" presStyleCnt="4">
        <dgm:presLayoutVars>
          <dgm:chMax val="1"/>
          <dgm:chPref val="1"/>
        </dgm:presLayoutVars>
      </dgm:prSet>
      <dgm:spPr/>
    </dgm:pt>
    <dgm:pt modelId="{1C4D4037-2B6F-44E5-899D-1B0F858AF0DF}" type="pres">
      <dgm:prSet presAssocID="{835F356E-0C5F-4D77-B633-01C96747CBB2}" presName="sibTrans" presStyleCnt="0"/>
      <dgm:spPr/>
    </dgm:pt>
    <dgm:pt modelId="{B2DBB1B9-A9E9-4BD9-8874-9DC70D202D71}" type="pres">
      <dgm:prSet presAssocID="{AC9D68C3-909C-4251-82E0-1CF32154AC58}" presName="compNode" presStyleCnt="0"/>
      <dgm:spPr/>
    </dgm:pt>
    <dgm:pt modelId="{88E6A83F-5990-4560-8F7F-FC3053F29170}" type="pres">
      <dgm:prSet presAssocID="{AC9D68C3-909C-4251-82E0-1CF32154AC5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D80520D-FF9B-45A6-B0FF-E4BFC93AFCE4}" type="pres">
      <dgm:prSet presAssocID="{AC9D68C3-909C-4251-82E0-1CF32154AC5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466DBCA-8A77-406B-A398-DBCFE41F5F2A}" type="pres">
      <dgm:prSet presAssocID="{AC9D68C3-909C-4251-82E0-1CF32154AC58}" presName="spaceRect" presStyleCnt="0"/>
      <dgm:spPr/>
    </dgm:pt>
    <dgm:pt modelId="{3374DB79-5916-4E70-8261-211113DF1CF3}" type="pres">
      <dgm:prSet presAssocID="{AC9D68C3-909C-4251-82E0-1CF32154AC5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59D6E07-BA14-4639-A9DD-8C50ACE93946}" srcId="{E165DDA5-8CB0-449C-BAEF-75E21B7E7234}" destId="{2C5E7B9B-DB7D-40F4-96C8-CF66614AE7A4}" srcOrd="0" destOrd="0" parTransId="{F45108C4-E4B3-4C7D-BA36-611FA62CE9D6}" sibTransId="{01105051-136A-4F46-B1BD-E2847903E532}"/>
    <dgm:cxn modelId="{0D259526-44B5-4868-94CF-61B2F31C0185}" srcId="{E165DDA5-8CB0-449C-BAEF-75E21B7E7234}" destId="{14A9698C-03CC-4156-B82F-6EFAC1F31CA2}" srcOrd="1" destOrd="0" parTransId="{0F22ED44-DF1E-485A-9944-8ED3A7DF390F}" sibTransId="{62B3C719-2BC2-4C09-A13C-BBF48018A355}"/>
    <dgm:cxn modelId="{8F264027-C3A4-413B-BA6A-2E49A2236A02}" srcId="{E165DDA5-8CB0-449C-BAEF-75E21B7E7234}" destId="{AC9D68C3-909C-4251-82E0-1CF32154AC58}" srcOrd="3" destOrd="0" parTransId="{8841BC82-ADE3-482F-8BA4-A35DD9A067E5}" sibTransId="{2D1B96C2-0392-4F39-A493-E6AC54E1B429}"/>
    <dgm:cxn modelId="{DCB0535F-DC78-4242-BEEA-48BB9DBF50F3}" type="presOf" srcId="{92C91585-0572-49E3-8386-99FDB2E8FD9B}" destId="{2382CDA2-BC3F-47AC-B5DF-A638A831334C}" srcOrd="0" destOrd="0" presId="urn:microsoft.com/office/officeart/2018/5/layout/IconLeafLabelList"/>
    <dgm:cxn modelId="{10C31648-407F-4538-9CB6-D5140B8495F5}" type="presOf" srcId="{14A9698C-03CC-4156-B82F-6EFAC1F31CA2}" destId="{D69DA1D9-6EB6-4871-AB8E-881CCD06B0CB}" srcOrd="0" destOrd="0" presId="urn:microsoft.com/office/officeart/2018/5/layout/IconLeafLabelList"/>
    <dgm:cxn modelId="{96CC9D4D-AACE-4962-B856-BB42D790B1D1}" type="presOf" srcId="{AC9D68C3-909C-4251-82E0-1CF32154AC58}" destId="{3374DB79-5916-4E70-8261-211113DF1CF3}" srcOrd="0" destOrd="0" presId="urn:microsoft.com/office/officeart/2018/5/layout/IconLeafLabelList"/>
    <dgm:cxn modelId="{53B00A82-B5B2-4542-8D98-734B8FFCD422}" type="presOf" srcId="{E165DDA5-8CB0-449C-BAEF-75E21B7E7234}" destId="{0C6C2D10-58F2-4EB6-AE25-E36863DB18C3}" srcOrd="0" destOrd="0" presId="urn:microsoft.com/office/officeart/2018/5/layout/IconLeafLabelList"/>
    <dgm:cxn modelId="{322EF1C6-F515-43F2-B31A-694E3E7FEFCD}" type="presOf" srcId="{2C5E7B9B-DB7D-40F4-96C8-CF66614AE7A4}" destId="{F2E29F12-FC0F-4FA7-B6D3-C47A488A88C3}" srcOrd="0" destOrd="0" presId="urn:microsoft.com/office/officeart/2018/5/layout/IconLeafLabelList"/>
    <dgm:cxn modelId="{DDEC54D7-FF85-4E22-A50A-5176AE1D1B3C}" srcId="{E165DDA5-8CB0-449C-BAEF-75E21B7E7234}" destId="{92C91585-0572-49E3-8386-99FDB2E8FD9B}" srcOrd="2" destOrd="0" parTransId="{1C9A6AB4-9D2F-4F61-A83F-DAA659A305E2}" sibTransId="{835F356E-0C5F-4D77-B633-01C96747CBB2}"/>
    <dgm:cxn modelId="{C865B4DC-7C08-4E53-B109-B3C1D3089B84}" type="presParOf" srcId="{0C6C2D10-58F2-4EB6-AE25-E36863DB18C3}" destId="{165F4FAC-7250-470D-8379-DC7EC534FA1F}" srcOrd="0" destOrd="0" presId="urn:microsoft.com/office/officeart/2018/5/layout/IconLeafLabelList"/>
    <dgm:cxn modelId="{D12CDC5A-D510-4DF4-860D-D91DA1D5DFDD}" type="presParOf" srcId="{165F4FAC-7250-470D-8379-DC7EC534FA1F}" destId="{91513263-7699-427A-88C0-19C47EED0891}" srcOrd="0" destOrd="0" presId="urn:microsoft.com/office/officeart/2018/5/layout/IconLeafLabelList"/>
    <dgm:cxn modelId="{643DD416-5A48-4938-BA45-0315765B894D}" type="presParOf" srcId="{165F4FAC-7250-470D-8379-DC7EC534FA1F}" destId="{A819C49B-EB8D-47BE-8F60-E7CB80447564}" srcOrd="1" destOrd="0" presId="urn:microsoft.com/office/officeart/2018/5/layout/IconLeafLabelList"/>
    <dgm:cxn modelId="{90B43F89-5DE3-4C12-A33B-D2DB560ACE3D}" type="presParOf" srcId="{165F4FAC-7250-470D-8379-DC7EC534FA1F}" destId="{2A184449-FC3A-428A-A68A-C772B7BDF6CF}" srcOrd="2" destOrd="0" presId="urn:microsoft.com/office/officeart/2018/5/layout/IconLeafLabelList"/>
    <dgm:cxn modelId="{9250D4B0-0F4A-4559-BFC3-A121024A9F81}" type="presParOf" srcId="{165F4FAC-7250-470D-8379-DC7EC534FA1F}" destId="{F2E29F12-FC0F-4FA7-B6D3-C47A488A88C3}" srcOrd="3" destOrd="0" presId="urn:microsoft.com/office/officeart/2018/5/layout/IconLeafLabelList"/>
    <dgm:cxn modelId="{A61701CD-02A9-4CA2-AD91-90D6EFBD97BB}" type="presParOf" srcId="{0C6C2D10-58F2-4EB6-AE25-E36863DB18C3}" destId="{F7614270-0388-4E38-A194-65216D7E0974}" srcOrd="1" destOrd="0" presId="urn:microsoft.com/office/officeart/2018/5/layout/IconLeafLabelList"/>
    <dgm:cxn modelId="{65121B64-12CD-4A2A-908F-945E6AEA38BF}" type="presParOf" srcId="{0C6C2D10-58F2-4EB6-AE25-E36863DB18C3}" destId="{392763E8-CED2-4F85-83C9-413E55AC6CFF}" srcOrd="2" destOrd="0" presId="urn:microsoft.com/office/officeart/2018/5/layout/IconLeafLabelList"/>
    <dgm:cxn modelId="{74EFC28C-FA0B-4D6A-8E17-D77B1C0CC808}" type="presParOf" srcId="{392763E8-CED2-4F85-83C9-413E55AC6CFF}" destId="{99B5BC5F-E27F-4D23-AB70-F6D6B2D880E1}" srcOrd="0" destOrd="0" presId="urn:microsoft.com/office/officeart/2018/5/layout/IconLeafLabelList"/>
    <dgm:cxn modelId="{4941F121-6F84-403C-9CE3-DE652BC808A8}" type="presParOf" srcId="{392763E8-CED2-4F85-83C9-413E55AC6CFF}" destId="{BD0E90D2-A663-4055-AB64-2CEC42A28518}" srcOrd="1" destOrd="0" presId="urn:microsoft.com/office/officeart/2018/5/layout/IconLeafLabelList"/>
    <dgm:cxn modelId="{2C7BC148-BF9B-4C9F-8A8A-4172DB6954AB}" type="presParOf" srcId="{392763E8-CED2-4F85-83C9-413E55AC6CFF}" destId="{74ABF50D-B751-4345-A997-DB202D569D2F}" srcOrd="2" destOrd="0" presId="urn:microsoft.com/office/officeart/2018/5/layout/IconLeafLabelList"/>
    <dgm:cxn modelId="{3394CF08-E05B-4277-9E42-68342919BBFD}" type="presParOf" srcId="{392763E8-CED2-4F85-83C9-413E55AC6CFF}" destId="{D69DA1D9-6EB6-4871-AB8E-881CCD06B0CB}" srcOrd="3" destOrd="0" presId="urn:microsoft.com/office/officeart/2018/5/layout/IconLeafLabelList"/>
    <dgm:cxn modelId="{8CE4FAB7-0F6D-464D-AA55-4C68B7D6A9BE}" type="presParOf" srcId="{0C6C2D10-58F2-4EB6-AE25-E36863DB18C3}" destId="{7F2C0092-F456-428E-9DA7-2E971CF4B270}" srcOrd="3" destOrd="0" presId="urn:microsoft.com/office/officeart/2018/5/layout/IconLeafLabelList"/>
    <dgm:cxn modelId="{40325EF7-B598-4B97-A5C1-ACF89572E522}" type="presParOf" srcId="{0C6C2D10-58F2-4EB6-AE25-E36863DB18C3}" destId="{AA353B86-F15F-4DBD-82BF-B485986ABE37}" srcOrd="4" destOrd="0" presId="urn:microsoft.com/office/officeart/2018/5/layout/IconLeafLabelList"/>
    <dgm:cxn modelId="{B1BD7A81-4B2A-40B5-9FE7-710243A66F25}" type="presParOf" srcId="{AA353B86-F15F-4DBD-82BF-B485986ABE37}" destId="{BB96EAB1-C73F-4541-900F-E2468C9D56D7}" srcOrd="0" destOrd="0" presId="urn:microsoft.com/office/officeart/2018/5/layout/IconLeafLabelList"/>
    <dgm:cxn modelId="{CF9A18DA-E1FE-4B9E-8063-5C1242107384}" type="presParOf" srcId="{AA353B86-F15F-4DBD-82BF-B485986ABE37}" destId="{4659C83E-0489-418E-A2EA-551D60959091}" srcOrd="1" destOrd="0" presId="urn:microsoft.com/office/officeart/2018/5/layout/IconLeafLabelList"/>
    <dgm:cxn modelId="{CD05DB15-646E-4792-A323-47A38DEC4F38}" type="presParOf" srcId="{AA353B86-F15F-4DBD-82BF-B485986ABE37}" destId="{B6174CC2-33DD-4E40-B117-3D5130539741}" srcOrd="2" destOrd="0" presId="urn:microsoft.com/office/officeart/2018/5/layout/IconLeafLabelList"/>
    <dgm:cxn modelId="{C82699A0-BEB3-4856-93B4-3A8AA8E47656}" type="presParOf" srcId="{AA353B86-F15F-4DBD-82BF-B485986ABE37}" destId="{2382CDA2-BC3F-47AC-B5DF-A638A831334C}" srcOrd="3" destOrd="0" presId="urn:microsoft.com/office/officeart/2018/5/layout/IconLeafLabelList"/>
    <dgm:cxn modelId="{43DC6D89-61C0-4276-B55F-70927291908D}" type="presParOf" srcId="{0C6C2D10-58F2-4EB6-AE25-E36863DB18C3}" destId="{1C4D4037-2B6F-44E5-899D-1B0F858AF0DF}" srcOrd="5" destOrd="0" presId="urn:microsoft.com/office/officeart/2018/5/layout/IconLeafLabelList"/>
    <dgm:cxn modelId="{F3CD985F-92F3-4878-9FB6-783FC60540CD}" type="presParOf" srcId="{0C6C2D10-58F2-4EB6-AE25-E36863DB18C3}" destId="{B2DBB1B9-A9E9-4BD9-8874-9DC70D202D71}" srcOrd="6" destOrd="0" presId="urn:microsoft.com/office/officeart/2018/5/layout/IconLeafLabelList"/>
    <dgm:cxn modelId="{35D70DB6-22F6-4842-97F7-5A0717AFE9F6}" type="presParOf" srcId="{B2DBB1B9-A9E9-4BD9-8874-9DC70D202D71}" destId="{88E6A83F-5990-4560-8F7F-FC3053F29170}" srcOrd="0" destOrd="0" presId="urn:microsoft.com/office/officeart/2018/5/layout/IconLeafLabelList"/>
    <dgm:cxn modelId="{8546B95F-0E2B-42CC-9F38-10ABF4CCF222}" type="presParOf" srcId="{B2DBB1B9-A9E9-4BD9-8874-9DC70D202D71}" destId="{8D80520D-FF9B-45A6-B0FF-E4BFC93AFCE4}" srcOrd="1" destOrd="0" presId="urn:microsoft.com/office/officeart/2018/5/layout/IconLeafLabelList"/>
    <dgm:cxn modelId="{5B0F6197-2ECF-4200-AE19-A5DBC0E917E6}" type="presParOf" srcId="{B2DBB1B9-A9E9-4BD9-8874-9DC70D202D71}" destId="{F466DBCA-8A77-406B-A398-DBCFE41F5F2A}" srcOrd="2" destOrd="0" presId="urn:microsoft.com/office/officeart/2018/5/layout/IconLeafLabelList"/>
    <dgm:cxn modelId="{689D31BA-CC2D-4F69-B85E-429641C1F649}" type="presParOf" srcId="{B2DBB1B9-A9E9-4BD9-8874-9DC70D202D71}" destId="{3374DB79-5916-4E70-8261-211113DF1CF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AABD66-16D5-4581-8335-9245077BF7E9}">
      <dsp:nvSpPr>
        <dsp:cNvPr id="0" name=""/>
        <dsp:cNvSpPr/>
      </dsp:nvSpPr>
      <dsp:spPr>
        <a:xfrm>
          <a:off x="213" y="298372"/>
          <a:ext cx="2577217" cy="30926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Support buyers and sellers </a:t>
          </a:r>
        </a:p>
      </dsp:txBody>
      <dsp:txXfrm>
        <a:off x="213" y="1535436"/>
        <a:ext cx="2577217" cy="1855596"/>
      </dsp:txXfrm>
    </dsp:sp>
    <dsp:sp modelId="{CADB4D89-0989-404D-BD94-996EA8D18F5F}">
      <dsp:nvSpPr>
        <dsp:cNvPr id="0" name=""/>
        <dsp:cNvSpPr/>
      </dsp:nvSpPr>
      <dsp:spPr>
        <a:xfrm>
          <a:off x="213" y="2983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01</a:t>
          </a:r>
        </a:p>
      </dsp:txBody>
      <dsp:txXfrm>
        <a:off x="213" y="298372"/>
        <a:ext cx="2577217" cy="1237064"/>
      </dsp:txXfrm>
    </dsp:sp>
    <dsp:sp modelId="{311BEEBA-450D-479E-A058-BFED79DD6452}">
      <dsp:nvSpPr>
        <dsp:cNvPr id="0" name=""/>
        <dsp:cNvSpPr/>
      </dsp:nvSpPr>
      <dsp:spPr>
        <a:xfrm>
          <a:off x="2783608" y="298372"/>
          <a:ext cx="2577217" cy="309266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Track products and inventory </a:t>
          </a:r>
        </a:p>
      </dsp:txBody>
      <dsp:txXfrm>
        <a:off x="2783608" y="1535436"/>
        <a:ext cx="2577217" cy="1855596"/>
      </dsp:txXfrm>
    </dsp:sp>
    <dsp:sp modelId="{AA1151CA-BA61-4E2A-BB55-D3827810D569}">
      <dsp:nvSpPr>
        <dsp:cNvPr id="0" name=""/>
        <dsp:cNvSpPr/>
      </dsp:nvSpPr>
      <dsp:spPr>
        <a:xfrm>
          <a:off x="2783608" y="2983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02</a:t>
          </a:r>
        </a:p>
      </dsp:txBody>
      <dsp:txXfrm>
        <a:off x="2783608" y="298372"/>
        <a:ext cx="2577217" cy="1237064"/>
      </dsp:txXfrm>
    </dsp:sp>
    <dsp:sp modelId="{9986A3F4-C043-4D69-A6CB-EC015B7ABA06}">
      <dsp:nvSpPr>
        <dsp:cNvPr id="0" name=""/>
        <dsp:cNvSpPr/>
      </dsp:nvSpPr>
      <dsp:spPr>
        <a:xfrm>
          <a:off x="5567003" y="298372"/>
          <a:ext cx="2577217" cy="309266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Manage orders and payments </a:t>
          </a:r>
        </a:p>
      </dsp:txBody>
      <dsp:txXfrm>
        <a:off x="5567003" y="1535436"/>
        <a:ext cx="2577217" cy="1855596"/>
      </dsp:txXfrm>
    </dsp:sp>
    <dsp:sp modelId="{2ED7885F-6AEB-4442-BA82-530C964C2855}">
      <dsp:nvSpPr>
        <dsp:cNvPr id="0" name=""/>
        <dsp:cNvSpPr/>
      </dsp:nvSpPr>
      <dsp:spPr>
        <a:xfrm>
          <a:off x="5567003" y="2983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03</a:t>
          </a:r>
        </a:p>
      </dsp:txBody>
      <dsp:txXfrm>
        <a:off x="5567003" y="298372"/>
        <a:ext cx="2577217" cy="1237064"/>
      </dsp:txXfrm>
    </dsp:sp>
    <dsp:sp modelId="{E041C355-4B87-45F0-A467-51792E858761}">
      <dsp:nvSpPr>
        <dsp:cNvPr id="0" name=""/>
        <dsp:cNvSpPr/>
      </dsp:nvSpPr>
      <dsp:spPr>
        <a:xfrm>
          <a:off x="8350398" y="298372"/>
          <a:ext cx="2577217" cy="309266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Store product reviews</a:t>
          </a:r>
        </a:p>
      </dsp:txBody>
      <dsp:txXfrm>
        <a:off x="8350398" y="1535436"/>
        <a:ext cx="2577217" cy="1855596"/>
      </dsp:txXfrm>
    </dsp:sp>
    <dsp:sp modelId="{B7A2C90A-7D86-4E2F-954C-CAC78B8A37C7}">
      <dsp:nvSpPr>
        <dsp:cNvPr id="0" name=""/>
        <dsp:cNvSpPr/>
      </dsp:nvSpPr>
      <dsp:spPr>
        <a:xfrm>
          <a:off x="8350398" y="2983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04</a:t>
          </a:r>
        </a:p>
      </dsp:txBody>
      <dsp:txXfrm>
        <a:off x="8350398" y="298372"/>
        <a:ext cx="2577217" cy="12370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13263-7699-427A-88C0-19C47EED0891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9C49B-EB8D-47BE-8F60-E7CB80447564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E29F12-FC0F-4FA7-B6D3-C47A488A88C3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8 business visualizations </a:t>
          </a:r>
        </a:p>
      </dsp:txBody>
      <dsp:txXfrm>
        <a:off x="100682" y="2684598"/>
        <a:ext cx="2370489" cy="720000"/>
      </dsp:txXfrm>
    </dsp:sp>
    <dsp:sp modelId="{99B5BC5F-E27F-4D23-AB70-F6D6B2D880E1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E90D2-A663-4055-AB64-2CEC42A28518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DA1D9-6EB6-4871-AB8E-881CCD06B0CB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Inventory monitoring </a:t>
          </a:r>
        </a:p>
      </dsp:txBody>
      <dsp:txXfrm>
        <a:off x="2886007" y="2684598"/>
        <a:ext cx="2370489" cy="720000"/>
      </dsp:txXfrm>
    </dsp:sp>
    <dsp:sp modelId="{BB96EAB1-C73F-4541-900F-E2468C9D56D7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59C83E-0489-418E-A2EA-551D60959091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2CDA2-BC3F-47AC-B5DF-A638A831334C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Sales and category performance </a:t>
          </a:r>
        </a:p>
      </dsp:txBody>
      <dsp:txXfrm>
        <a:off x="5671332" y="2684598"/>
        <a:ext cx="2370489" cy="720000"/>
      </dsp:txXfrm>
    </dsp:sp>
    <dsp:sp modelId="{88E6A83F-5990-4560-8F7F-FC3053F29170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0520D-FF9B-45A6-B0FF-E4BFC93AFCE4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4DB79-5916-4E70-8261-211113DF1CF3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Customer behavior insights</a:t>
          </a:r>
        </a:p>
      </dsp:txBody>
      <dsp:txXfrm>
        <a:off x="8456657" y="2684598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F6E6-3525-9401-A0C4-5D6F73049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47D82-BF41-C90E-314C-7E3F48CB4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3C706-9666-E226-5A8B-3523A2777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C3178-3A66-D2FB-1CBC-CE99626FC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EDFA0-C1B6-78B9-53C4-A34D56B4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0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70CB-FB37-148D-F013-0C69F9E2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7886C-85F8-F65A-2BED-16DA93019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15A3F-813D-5E49-1704-8DDC2A44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B5D81-9094-9945-7663-AEC1742D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D12AA-8B7C-08CB-B0CE-88573D46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47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B5820-3006-579B-BC7A-2CA4D4E4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02750-ACA3-5A76-A407-6FEAB865F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34EAD-200E-F3CE-4E81-1BB498BC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D60F6-7946-5744-3177-76A89C8D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81FE5-F6A3-6F05-9782-41B0913C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8B15D-CCBC-EA82-3B9B-0ADABBDB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794A7-2520-8B7B-DD09-918188607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21A60-9A98-8C00-9386-0631574A0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1A67F-F656-98E6-03D8-C0DFB515C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98013-76BB-7930-2134-2E46B37F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B024E-4CBA-E5AF-0295-54B59C5F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22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0E415-979C-86F9-1212-C55AA28F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04400-29F9-36F4-7192-B9DEA24A6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6FCAD-C38E-DF15-D2CF-44FE114EE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FBC5C-282E-9A9A-A7CF-5CD0D0654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2A945A-2C33-F9BA-0335-E08DCC8F0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3A559-61AB-700D-DA02-63DC31B31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0DCC66-BB35-5FB5-CF9A-5BFEB690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525F9C-039B-1321-9B0D-C69592371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37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75473-228D-9398-D681-5467657B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8D647-6710-2BC9-18EA-CEDCB1A2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DA9B7-0C9B-FA99-2D8D-9631534E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9D14A-1D21-0BB9-F8EE-17A73897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7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6F6CCA-53E5-00BB-27F3-C54C79B4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A8525C-2E45-CEDF-5053-EEEAE68A8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9457-518E-FE39-3DB6-72E61C94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37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4477-3CD5-21A7-7A53-D7F0C2294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8ACC4-0388-01C9-DB43-5EE0F7359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6A4FE-7650-B299-FC80-BDFF1B735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F737C-879A-6F1D-0355-39949B361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A8D70-A483-D719-CB95-0374A8F7A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336EC-ABB6-D55F-E4A9-72D4FC43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7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998B-88EC-A012-4848-75F57D47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74736A-7BA8-0E68-A739-267263A0F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63F74-8364-5363-796A-4FCD782F3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A4133-84F7-FCD1-84CF-4281787B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1D0E7-EC09-0C6A-F0A6-B6A5843B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2563A-88A9-2382-0611-F053FF05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944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5893D-A303-93B1-B799-2E298782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4B17D-FF23-DA68-31E7-3652D4261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30B59-302A-8158-50BC-782F33E0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D130-8F20-957D-3C25-EBC3B6DBE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1238B-7AFF-F4E6-D298-08A512E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5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7CAD8-416E-4227-0D48-9AD60DE8D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70B40-817C-83F2-5267-28E54C00B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8C0EE-8044-5071-B9AE-382E03C1F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0E047-CB96-D620-A6A4-4477FE30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49784-F367-DF08-9CB4-E90C18397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24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FFADE-609D-1316-7568-D40EC4E2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B807-C785-1710-8E18-DE3D6A8A4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28033-AB68-FF52-B420-B91CF5E1B0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4E965-D06A-4C18-B2E9-A2265468AA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0747B-398C-52B3-6289-5CAFDAD96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6B1AF-99AD-F0C3-4C22-399FBFF09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75E31-FACD-4E48-BC38-B43B6D219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65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8FED-A45B-C571-A64D-FB2000ECF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Tadpole Marketplace Database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D19EF-10FF-DCEB-E30C-41231DD5E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69962"/>
          </a:xfrm>
        </p:spPr>
        <p:txBody>
          <a:bodyPr>
            <a:normAutofit/>
          </a:bodyPr>
          <a:lstStyle/>
          <a:p>
            <a:r>
              <a:rPr lang="en-US" b="1" dirty="0"/>
              <a:t>Database Design and Dashboard Review</a:t>
            </a:r>
          </a:p>
          <a:p>
            <a:r>
              <a:rPr lang="en-US" dirty="0"/>
              <a:t>Martin Lam, Mohitveer Kahlon</a:t>
            </a:r>
          </a:p>
        </p:txBody>
      </p:sp>
    </p:spTree>
    <p:extLst>
      <p:ext uri="{BB962C8B-B14F-4D97-AF65-F5344CB8AC3E}">
        <p14:creationId xmlns:p14="http://schemas.microsoft.com/office/powerpoint/2010/main" val="3058047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E4D88-A83A-8A31-BB64-DA13D36C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Database Design Goals</a:t>
            </a: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B70EC5C9-835F-0309-1A71-A2DFC831AC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416421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858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CCA79C-790F-7A36-6E40-E1EA2542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Final Entity Relationship Diagram (ERD)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A70FE-342D-AAB7-C7CE-39FE44EFC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/>
              <a:t>10 tables </a:t>
            </a:r>
          </a:p>
          <a:p>
            <a:r>
              <a:rPr lang="en-US" sz="2000"/>
              <a:t>Normalized database design </a:t>
            </a:r>
          </a:p>
          <a:p>
            <a:r>
              <a:rPr lang="en-US" sz="2000"/>
              <a:t>Primary &amp; foreign key relationships </a:t>
            </a:r>
          </a:p>
          <a:p>
            <a:r>
              <a:rPr lang="en-US" sz="2000"/>
              <a:t>Supports users, products, orders, inventory, payments, and reviews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E-Commerce-Project-Design.png">
            <a:extLst>
              <a:ext uri="{FF2B5EF4-FFF2-40B4-BE49-F238E27FC236}">
                <a16:creationId xmlns:a16="http://schemas.microsoft.com/office/drawing/2014/main" id="{37DD70EC-3040-6FAA-2099-FBB8B496E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487" y="909081"/>
            <a:ext cx="2827489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5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70808-7135-B34D-4501-1937A630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Dashboard Overview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907245D0-9259-77DC-D6C1-40D62A952B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18644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515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24504A-56F0-BAA7-1649-38BE7A379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367" y="457200"/>
            <a:ext cx="962526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85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493D3E-7109-EA4A-3521-9D812F51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Inventory Management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20DCDE-6C97-FDF7-50FC-9AD7F39C3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169" y="2200459"/>
            <a:ext cx="3025533" cy="213300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B71F79-749D-5ACF-1150-C64840EC5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02256" y="2200459"/>
            <a:ext cx="3001082" cy="2133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7280D3-4648-B28A-5A6A-8BE116B0D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295" y="2200459"/>
            <a:ext cx="3061813" cy="14988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B48D3A-BE65-7F02-BD8D-6076019C9B06}"/>
              </a:ext>
            </a:extLst>
          </p:cNvPr>
          <p:cNvSpPr txBox="1"/>
          <p:nvPr/>
        </p:nvSpPr>
        <p:spPr>
          <a:xfrm>
            <a:off x="1371601" y="4786744"/>
            <a:ext cx="9448800" cy="1442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View current inventory levels across all product categories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Identify products that require restocking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Track recently added or updated products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Support inventory planning and product management</a:t>
            </a:r>
          </a:p>
        </p:txBody>
      </p:sp>
    </p:spTree>
    <p:extLst>
      <p:ext uri="{BB962C8B-B14F-4D97-AF65-F5344CB8AC3E}">
        <p14:creationId xmlns:p14="http://schemas.microsoft.com/office/powerpoint/2010/main" val="1385782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226F533-0A64-4E14-C212-594A7125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Sales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C9432A-F299-416E-4FF3-5B8EDE295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89" y="2200459"/>
            <a:ext cx="3061813" cy="1599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C6443E-E396-0C00-5EBF-A2C07779D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296" y="2200459"/>
            <a:ext cx="3007003" cy="17816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9C8DA0-CDE0-EA2F-A317-25A25CA84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295" y="2200459"/>
            <a:ext cx="3061813" cy="1316579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6EF5B24-4E53-205F-E67E-7E91F9D8B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4786744"/>
            <a:ext cx="9448800" cy="1442631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Compare top-selling and low-selling products </a:t>
            </a:r>
          </a:p>
          <a:p>
            <a:r>
              <a:rPr lang="en-US" sz="2000" dirty="0"/>
              <a:t>Identify products driving the most sales </a:t>
            </a:r>
          </a:p>
          <a:p>
            <a:r>
              <a:rPr lang="en-US" sz="2000" dirty="0"/>
              <a:t>Evaluate category performance </a:t>
            </a:r>
          </a:p>
          <a:p>
            <a:r>
              <a:rPr lang="en-US" sz="2000" dirty="0"/>
              <a:t>Support sales and marketing decisions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81450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0A1A3-6653-8512-E128-81F2805AD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Customer Behavior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AB9DA2-15F0-F4BF-E51E-C17E0C13F2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892"/>
          <a:stretch>
            <a:fillRect/>
          </a:stretch>
        </p:blipFill>
        <p:spPr>
          <a:xfrm>
            <a:off x="432223" y="2396969"/>
            <a:ext cx="11327549" cy="20640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8A438C-EFD3-4EF8-E43A-3B26F1CEFE52}"/>
              </a:ext>
            </a:extLst>
          </p:cNvPr>
          <p:cNvSpPr txBox="1"/>
          <p:nvPr/>
        </p:nvSpPr>
        <p:spPr>
          <a:xfrm>
            <a:off x="432223" y="4920851"/>
            <a:ext cx="113275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customers who have not purchased recently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 purchasing patterns of inactive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customer retention efforts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 target future promotions and outreach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66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153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Tadpole Marketplace Database Project</vt:lpstr>
      <vt:lpstr>Database Design Goals</vt:lpstr>
      <vt:lpstr>Final Entity Relationship Diagram (ERD)</vt:lpstr>
      <vt:lpstr>Dashboard Overview</vt:lpstr>
      <vt:lpstr>PowerPoint Presentation</vt:lpstr>
      <vt:lpstr>Inventory Management</vt:lpstr>
      <vt:lpstr>Sales Performance</vt:lpstr>
      <vt:lpstr>Customer Behavior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Kahlon, Mohitveer</dc:creator>
  <cp:lastModifiedBy>Kahlon, Mohitveer</cp:lastModifiedBy>
  <cp:revision>1</cp:revision>
  <dcterms:created xsi:type="dcterms:W3CDTF">2026-06-16T01:07:44Z</dcterms:created>
  <dcterms:modified xsi:type="dcterms:W3CDTF">2026-06-16T22:14:01Z</dcterms:modified>
</cp:coreProperties>
</file>